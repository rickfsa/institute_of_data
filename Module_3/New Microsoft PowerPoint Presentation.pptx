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0082-AD8F-46BD-B311-1645B1D5D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32210C-A67E-4E8E-A4E2-C4DA2A8AE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9EB11-F709-4193-9EE6-C67E1420F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9253-7BB4-42C6-B7C6-05A491EB690A}" type="datetimeFigureOut">
              <a:rPr lang="en-US" smtClean="0"/>
              <a:t>6/5/2021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9EC41-E5E0-4512-9D84-F5BCBEA56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02A75-13F1-4BAC-B258-FCD7CEA38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EE8D-F7F1-4CB9-8DF2-4983BF49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790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68320-72F8-48D8-B863-91C3E73AD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FF78D-A677-4E2E-B9D6-ED0C05436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7BC4E-E9E6-4D15-A294-88844B55F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9253-7BB4-42C6-B7C6-05A491EB690A}" type="datetimeFigureOut">
              <a:rPr lang="en-US" smtClean="0"/>
              <a:t>6/5/2021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22B6C-4AC8-4172-9128-D09CB4BD7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285B9-B776-43FA-B9F1-E2938543F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EE8D-F7F1-4CB9-8DF2-4983BF49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3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004AF-8DFA-4CFE-8AAE-2DBC6340D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72AC5-E5AD-45CF-BABA-8AF85B4E9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7133C-EE2B-4725-ABD1-C3D6E5A12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9253-7BB4-42C6-B7C6-05A491EB690A}" type="datetimeFigureOut">
              <a:rPr lang="en-US" smtClean="0"/>
              <a:t>6/5/2021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DBCA7-55B0-4512-8669-F6C588F5A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91518-1CC5-4732-B364-AE520C8AB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EE8D-F7F1-4CB9-8DF2-4983BF49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17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5CF8E-2F6C-4CB1-8627-2ACB56BCF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7BC6A-7851-4A59-80A7-A5E0AAFB6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227A99-E4BF-446C-AEBB-782943322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86EFC-F637-4429-A786-7543EF69A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9253-7BB4-42C6-B7C6-05A491EB690A}" type="datetimeFigureOut">
              <a:rPr lang="en-US" smtClean="0"/>
              <a:t>6/5/2021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A725E-86B2-4062-BE80-67D3A66BB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0ACF06-723D-4D87-B2EF-598C71ED3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EE8D-F7F1-4CB9-8DF2-4983BF49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012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2219F-A3D6-4869-A610-38C929784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35EC8-BF5C-4AED-976D-70433AEA9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57BFC-CC6E-41C6-857F-DB31A8E50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F11990-CB98-48CF-B1AE-92384FB23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FFC78B-EDA0-48CD-A8C8-E2CC0AC81A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B8FF43-0CFA-453E-B953-E38B82F65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9253-7BB4-42C6-B7C6-05A491EB690A}" type="datetimeFigureOut">
              <a:rPr lang="en-US" smtClean="0"/>
              <a:t>6/5/2021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6956B5-0A5E-4127-B40C-327EEC119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AE982A-76C2-4063-9305-69D22929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EE8D-F7F1-4CB9-8DF2-4983BF49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79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69D78-3AD8-4995-8643-181D9907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5B4FF-A6D7-41CC-BB57-16980FC3E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9253-7BB4-42C6-B7C6-05A491EB690A}" type="datetimeFigureOut">
              <a:rPr lang="en-US" smtClean="0"/>
              <a:t>6/5/2021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045F25-CF88-4034-BBD4-8CBC7EB13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2775D-88D6-413E-A07D-50A236095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EE8D-F7F1-4CB9-8DF2-4983BF49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368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AFA4FD-8447-406D-B4CA-C903F5E25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9253-7BB4-42C6-B7C6-05A491EB690A}" type="datetimeFigureOut">
              <a:rPr lang="en-US" smtClean="0"/>
              <a:t>6/5/2021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6D1986-1DE4-421C-8777-D3FAA03B4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82749-2073-44A8-AEDC-B46E9CC07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EE8D-F7F1-4CB9-8DF2-4983BF49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4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C6AA-00B0-4EAD-A68B-155F6923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729E6-2FBE-40D9-95D6-ECA71ABCE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EB9F4-322E-4C98-B217-98B9F772D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5E774-4023-41EA-85B7-E931320C7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9253-7BB4-42C6-B7C6-05A491EB690A}" type="datetimeFigureOut">
              <a:rPr lang="en-US" smtClean="0"/>
              <a:t>6/5/2021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6B031-0986-4D9C-86E9-1FF3758DC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3BFBF-EC29-42CF-8382-7CF87FFA5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EE8D-F7F1-4CB9-8DF2-4983BF49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790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25CE7-6DAD-4306-99B0-18CABCBE7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6AD1B0-B704-44DE-9EE4-650029439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5C4C7-2868-4E5A-96EC-4977722F2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9DB86-ADAE-469F-83CF-BE6A82B2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9253-7BB4-42C6-B7C6-05A491EB690A}" type="datetimeFigureOut">
              <a:rPr lang="en-US" smtClean="0"/>
              <a:t>6/5/2021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E7770-9253-4F48-BA19-E3DB1AF28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0FECD-85D2-4B6F-9BAD-BB4BFE6FA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EE8D-F7F1-4CB9-8DF2-4983BF49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441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93AAB-F34D-422A-9DBF-1A3566F2A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88B3D-5A5F-4CDD-B77E-6FA298CB4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3D7A7-E367-43CA-A19E-FFB2891FA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9253-7BB4-42C6-B7C6-05A491EB690A}" type="datetimeFigureOut">
              <a:rPr lang="en-US" smtClean="0"/>
              <a:t>6/5/2021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5EF58-1A3C-4E9B-875F-5A351389F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1D53A-2668-4A5E-A98E-45170570B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EE8D-F7F1-4CB9-8DF2-4983BF49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298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2D17DB-B762-470D-B372-A1BB9A8CD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BD1997-4C0E-4A7B-9A51-E733DE3B5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6204A-720F-47BA-9E62-C716E0F78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9253-7BB4-42C6-B7C6-05A491EB690A}" type="datetimeFigureOut">
              <a:rPr lang="en-US" smtClean="0"/>
              <a:t>6/5/2021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D910C-6413-4905-A25F-6DF596C3C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723C5-7D14-40ED-B7D9-C20D46317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EE8D-F7F1-4CB9-8DF2-4983BF49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4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905B0D-A9B7-44B6-92B6-734603866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F7829-D60F-4FBD-A998-B094DD198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4FCC4-5129-46ED-93E2-0145FE4D86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D9253-7BB4-42C6-B7C6-05A491EB690A}" type="datetimeFigureOut">
              <a:rPr lang="en-US" smtClean="0"/>
              <a:t>6/5/2021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65288-B0B0-41F4-B166-51930EC71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7F680-2A6B-4523-BC3E-478AF02D7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7EE8D-F7F1-4CB9-8DF2-4983BF49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42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F4651-16B9-4D6D-83D5-FE82866F47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Hello Ricky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15382B-0304-4D1B-8786-FEDB01673D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550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Hello Ricky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Ricky</dc:title>
  <dc:creator>Ricky Khanh Nguyen</dc:creator>
  <cp:lastModifiedBy>Ricky Khanh Nguyen</cp:lastModifiedBy>
  <cp:revision>1</cp:revision>
  <dcterms:created xsi:type="dcterms:W3CDTF">2021-06-05T00:26:48Z</dcterms:created>
  <dcterms:modified xsi:type="dcterms:W3CDTF">2021-06-05T00:26:59Z</dcterms:modified>
</cp:coreProperties>
</file>